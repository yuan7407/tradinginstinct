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盘感 - 用户版介绍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用户版核心产品介绍（App Store / 小程序简介）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**产品名**：盘感 Trading Instinct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**一句话简介**</a:t>
            </a:r>
          </a:p>
          <a:p>
            <a:pPr lvl="1"/>
            <a:r>
              <a:t>用小游戏训练你的投资直觉 —— 左滑看跌，右滑看涨，真实历史行情切片，AI一句话讲明白对错原因。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**功能亮点**</a:t>
            </a:r>
          </a:p>
          <a:p>
            <a:pPr lvl="1"/>
            <a:r>
              <a:t>- 立即上手：不需要金融基础，滑动即可开始</a:t>
            </a:r>
          </a:p>
          <a:p>
            <a:pPr lvl="1"/>
            <a:r>
              <a:t>- 真实历史：来自真实股票的历史区间，回合结束揭晓标的与时间</a:t>
            </a:r>
          </a:p>
          <a:p>
            <a:pPr lvl="1"/>
            <a:r>
              <a:t>- 快速反馈：每局 5–10 次决策，结算即看收益</a:t>
            </a:r>
          </a:p>
          <a:p>
            <a:pPr lvl="1"/>
            <a:r>
              <a:t>- AI点评：基于指标的简单解释（MA/RSI/成交量等）</a:t>
            </a:r>
          </a:p>
          <a:p>
            <a:pPr lvl="1"/>
            <a:r>
              <a:t>- 成长系统：段位、连胜奖励、错因报告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**首批种子关卡（示例）**</a:t>
            </a:r>
          </a:p>
          <a:p>
            <a:pPr lvl="1"/>
            <a:r>
              <a:t>- 新手关卡：Apple、Google 稳定上涨期（建立信心）</a:t>
            </a:r>
          </a:p>
          <a:p>
            <a:pPr lvl="1"/>
            <a:r>
              <a:t>- 经典战役：2008 金融危机、2020 疫情冲击期</a:t>
            </a:r>
          </a:p>
          <a:p>
            <a:pPr lvl="1"/>
            <a:r>
              <a:t>- 传奇时刻：Tesla 翻百倍、比特币牛市（后期可选）</a:t>
            </a:r>
          </a:p>
          <a:p>
            <a:pPr lvl="1"/>
            <a:r>
              <a:t>- 中国特色：茅台长牛、新能源爆发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**候选 Slogan（用户向）**</a:t>
            </a:r>
          </a:p>
          <a:p>
            <a:pPr lvl="1"/>
            <a:r>
              <a:t>- 左滑右滑，盘感自来</a:t>
            </a:r>
          </a:p>
          <a:p>
            <a:pPr lvl="1"/>
            <a:r>
              <a:t>- 像刷抖音一样学投资</a:t>
            </a:r>
          </a:p>
          <a:p>
            <a:pPr lvl="1"/>
            <a:r>
              <a:t>- 你的投资直觉值多少钱？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**隐私与合规提醒**</a:t>
            </a:r>
          </a:p>
          <a:p>
            <a:pPr lvl="1"/>
            <a:r>
              <a:t>本应用仅为**模拟教育游戏**，不含真实投资、无资金交易功能。所有提示仅供学习参考，不构成任何投资建议。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