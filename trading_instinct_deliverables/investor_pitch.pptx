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盘感 - 投资人版介绍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投资人版核心产品介绍（短版 Pitch）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概述</a:t>
            </a:r>
          </a:p>
          <a:p>
            <a:pPr lvl="1"/>
            <a:r>
              <a:t>盘感（Trading Instinct）是一款面向大陆年轻用户的微信小程序，把投资认知的“盘感训练”游戏化。通过历史行情切片与快节奏的“预测—揭晓—点评”循环，降低学习门槛、提升用户粘性并具备高传播潜力。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痛点</a:t>
            </a:r>
          </a:p>
          <a:p>
            <a:pPr lvl="1"/>
            <a:r>
              <a:t>- 网路上投资内容参差不齐，广告泛滥，学习成本高</a:t>
            </a:r>
          </a:p>
          <a:p>
            <a:pPr lvl="1"/>
            <a:r>
              <a:t>- 传统投资教育不适合碎片化、短时间消费的年轻用户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产品价值</a:t>
            </a:r>
          </a:p>
          <a:p>
            <a:pPr lvl="1"/>
            <a:r>
              <a:t>- 产品定位：轻量游戏化的投资直觉训练工具，娱乐优先、教育包装</a:t>
            </a:r>
          </a:p>
          <a:p>
            <a:pPr lvl="1"/>
            <a:r>
              <a:t>- 上手门槛极低，天然适配微信社交流量池，利于快速传播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商业模式（路径）</a:t>
            </a:r>
          </a:p>
          <a:p>
            <a:pPr lvl="1"/>
            <a:r>
              <a:t>1. 种子期（验证）：免费用户增长，注重留存与分享</a:t>
            </a:r>
          </a:p>
          <a:p>
            <a:pPr lvl="1"/>
            <a:r>
              <a:t>2. 成长期：引入增值内容（订阅式进阶课）、品牌合作（教育/券商 B2B）、品牌广告（非交易类）</a:t>
            </a:r>
          </a:p>
          <a:p>
            <a:pPr lvl="1"/>
            <a:r>
              <a:t>3. 稳定期：数据服务（用户行为与盘感模型）与内容生态变现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关键指标（目标）</a:t>
            </a:r>
          </a:p>
          <a:p>
            <a:pPr lvl="1"/>
            <a:r>
              <a:t>- D1 留存 ≥ 35%，D7 ≥ 12%</a:t>
            </a:r>
          </a:p>
          <a:p>
            <a:pPr lvl="1"/>
            <a:r>
              <a:t>- 人均会话时长 ≥ 5 分钟</a:t>
            </a:r>
          </a:p>
          <a:p>
            <a:pPr lvl="1"/>
            <a:r>
              <a:t>- 分享率 ≥ 10%，7 日内完成局数 ≥ 60 局（可调）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风险与对策</a:t>
            </a:r>
          </a:p>
          <a:p>
            <a:pPr lvl="1"/>
            <a:r>
              <a:t>- 数据偏差：切片按市况均衡抽样</a:t>
            </a:r>
          </a:p>
          <a:p>
            <a:pPr lvl="1"/>
            <a:r>
              <a:t>- AI 幻觉：所有技术指标由后端计算并展示数值，AI 只做“翻译”</a:t>
            </a:r>
          </a:p>
          <a:p>
            <a:pPr lvl="1"/>
            <a:r>
              <a:t>- 合规：产品声明“模拟教育/非投资建议”，避免提供投资建议或资金入口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资金需求与使用（示例）</a:t>
            </a:r>
          </a:p>
          <a:p>
            <a:pPr lvl="1"/>
            <a:r>
              <a:t>- MVP（小程序）完成：$3k – $10k（含设计、开发外包、首月服务器和数据授权小额预算）</a:t>
            </a:r>
          </a:p>
          <a:p>
            <a:pPr lvl="1"/>
            <a:r>
              <a:t>- 成长期用户获取：按 CPI 投放与 KOL 合作逐步扩大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退出 / 扩展</a:t>
            </a:r>
          </a:p>
          <a:p>
            <a:pPr lvl="1"/>
            <a:r>
              <a:t>- 被教育平台或券商收购（内容+用户）</a:t>
            </a:r>
          </a:p>
          <a:p>
            <a:pPr lvl="1"/>
            <a:r>
              <a:t>- 建立自有付费教育品牌或数据平台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